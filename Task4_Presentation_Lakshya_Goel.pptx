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4: Data Storytelling &amp; Statistical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Lakshya Goel</a:t>
            </a:r>
          </a:p>
          <a:p>
            <a:r>
              <a:t>Data Analytics</a:t>
            </a:r>
          </a:p>
          <a:p>
            <a:r>
              <a:t>Offer ID: APSPL2639059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retail sales data, build an interactive dashboard, generate business insights and support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1000 records, 12 columns, cleaned dataset with customer, product, category, city, quantity and total sales.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duplicates, handled missing values, standardized values and prepared analysis-ready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Performed descriptive analysis, SQL queries, trend analysis and identified KPIs.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KPIs: Revenue 139.40M, Orders 992, Customers 947, Quantity Sold 5.435K. Visuals include product, category, city map and gender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Electronics performs strongly. Laptop is a leading product. Sales are distributed across cities. Dashboard supports filtering and business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Hypothesis: Average sales of male and female customers are equal. Suggested Test: Independent Samples t-test. Interpret p-value against 0.05.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inventory for top products, strengthen marketing in top cities, improve weaker categories and monitor KPIs regularly.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an end-to-end analytics workflow from data cleaning to storytelling.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